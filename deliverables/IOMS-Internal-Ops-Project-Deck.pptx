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3487bc28c244f2" /><Relationship Type="http://schemas.openxmlformats.org/officeDocument/2006/relationships/extended-properties" Target="/docProps/app.xml" Id="R78f0f57279734c5b" /><Relationship Type="http://schemas.openxmlformats.org/officeDocument/2006/relationships/officeDocument" Target="/ppt/presentation.xml" Id="R7ea82892c4f24b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a9246da194650"/>
  </p:sldMasterIdLst>
  <p:notesMasterIdLst>
    <p:notesMasterId xmlns:r="http://schemas.openxmlformats.org/officeDocument/2006/relationships" r:id="R251b798b124c4281"/>
  </p:notesMasterIdLst>
  <p:sldIdLst>
    <p:sldId xmlns:r="http://schemas.openxmlformats.org/officeDocument/2006/relationships" id="256" r:id="R996f2f1cdda647f9"/>
    <p:sldId xmlns:r="http://schemas.openxmlformats.org/officeDocument/2006/relationships" id="257" r:id="R93ed3f3ee7d44bae"/>
    <p:sldId xmlns:r="http://schemas.openxmlformats.org/officeDocument/2006/relationships" id="258" r:id="R8e2d390f69da4fe8"/>
    <p:sldId xmlns:r="http://schemas.openxmlformats.org/officeDocument/2006/relationships" id="259" r:id="R1f065e3be68f4290"/>
    <p:sldId xmlns:r="http://schemas.openxmlformats.org/officeDocument/2006/relationships" id="260" r:id="R0b0c06b4e9874d1d"/>
    <p:sldId xmlns:r="http://schemas.openxmlformats.org/officeDocument/2006/relationships" id="261" r:id="R9053575b33ce4aed"/>
    <p:sldId xmlns:r="http://schemas.openxmlformats.org/officeDocument/2006/relationships" id="262" r:id="R3eea58cf0eff4bc5"/>
    <p:sldId xmlns:r="http://schemas.openxmlformats.org/officeDocument/2006/relationships" id="263" r:id="R27598f52300b40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7001a0bb34e16" /><Relationship Type="http://schemas.openxmlformats.org/officeDocument/2006/relationships/slideMaster" Target="/ppt/slideMasters/slideMaster1.xml" Id="R83da9246da194650" /><Relationship Type="http://schemas.openxmlformats.org/officeDocument/2006/relationships/notesMaster" Target="/ppt/notesMasters/notesMaster1.xml" Id="R251b798b124c4281" /><Relationship Type="http://schemas.openxmlformats.org/officeDocument/2006/relationships/presProps" Target="/ppt/presProps.xml" Id="R45513d7e6fa44a33" /><Relationship Type="http://schemas.openxmlformats.org/officeDocument/2006/relationships/viewProps" Target="/ppt/viewProps.xml" Id="R2e5bdec81d294b97" /><Relationship Type="http://schemas.openxmlformats.org/officeDocument/2006/relationships/tableStyles" Target="/ppt/tableStyles.xml" Id="R46653f46744a460b" /><Relationship Type="http://schemas.openxmlformats.org/officeDocument/2006/relationships/slide" Target="/ppt/slides/slide1.xml" Id="R996f2f1cdda647f9" /><Relationship Type="http://schemas.openxmlformats.org/officeDocument/2006/relationships/slide" Target="/ppt/slides/slide2.xml" Id="R93ed3f3ee7d44bae" /><Relationship Type="http://schemas.openxmlformats.org/officeDocument/2006/relationships/slide" Target="/ppt/slides/slide3.xml" Id="R8e2d390f69da4fe8" /><Relationship Type="http://schemas.openxmlformats.org/officeDocument/2006/relationships/slide" Target="/ppt/slides/slide4.xml" Id="R1f065e3be68f4290" /><Relationship Type="http://schemas.openxmlformats.org/officeDocument/2006/relationships/slide" Target="/ppt/slides/slide5.xml" Id="R0b0c06b4e9874d1d" /><Relationship Type="http://schemas.openxmlformats.org/officeDocument/2006/relationships/slide" Target="/ppt/slides/slide6.xml" Id="R9053575b33ce4aed" /><Relationship Type="http://schemas.openxmlformats.org/officeDocument/2006/relationships/slide" Target="/ppt/slides/slide7.xml" Id="R3eea58cf0eff4bc5" /><Relationship Type="http://schemas.openxmlformats.org/officeDocument/2006/relationships/slide" Target="/ppt/slides/slide8.xml" Id="R27598f52300b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7dd63e71cf48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3ec3701da44dc" /><Relationship Type="http://schemas.openxmlformats.org/officeDocument/2006/relationships/notesMaster" Target="/ppt/notesMasters/notesMaster1.xml" Id="Re8385832a89b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18693f037f4768" /><Relationship Type="http://schemas.openxmlformats.org/officeDocument/2006/relationships/notesMaster" Target="/ppt/notesMasters/notesMaster1.xml" Id="R6719c5ef5c4946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586f34131a4b55" /><Relationship Type="http://schemas.openxmlformats.org/officeDocument/2006/relationships/notesMaster" Target="/ppt/notesMasters/notesMaster1.xml" Id="R478a958a3e9643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3c7eabd42c4229" /><Relationship Type="http://schemas.openxmlformats.org/officeDocument/2006/relationships/notesMaster" Target="/ppt/notesMasters/notesMaster1.xml" Id="Rc2349afe1ca5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5a46dfc4b1402c" /><Relationship Type="http://schemas.openxmlformats.org/officeDocument/2006/relationships/notesMaster" Target="/ppt/notesMasters/notesMaster1.xml" Id="R82ae279b8dc040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444a750f114a39" /><Relationship Type="http://schemas.openxmlformats.org/officeDocument/2006/relationships/notesMaster" Target="/ppt/notesMasters/notesMaster1.xml" Id="R6b718b51c95946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a843db62a74f11" /><Relationship Type="http://schemas.openxmlformats.org/officeDocument/2006/relationships/notesMaster" Target="/ppt/notesMasters/notesMaster1.xml" Id="R45663dc2231440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6e1d26544f450c" /><Relationship Type="http://schemas.openxmlformats.org/officeDocument/2006/relationships/notesMaster" Target="/ppt/notesMasters/notesMaster1.xml" Id="R41e9bc93a52b41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32420547a42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5f78a6aeed49e6" /><Relationship Type="http://schemas.openxmlformats.org/officeDocument/2006/relationships/slideLayout" Target="/ppt/slideLayouts/slideLayout1.xml" Id="R9170a8204acc44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0a8204acc44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a98931266455e" /><Relationship Type="http://schemas.openxmlformats.org/officeDocument/2006/relationships/notesSlide" Target="/ppt/notesSlides/notesSlide1.xml" Id="R5244c300915840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96a1f9dbb4f0c" /><Relationship Type="http://schemas.openxmlformats.org/officeDocument/2006/relationships/notesSlide" Target="/ppt/notesSlides/notesSlide2.xml" Id="R31b82413c3564b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9796b02f445b" /><Relationship Type="http://schemas.openxmlformats.org/officeDocument/2006/relationships/notesSlide" Target="/ppt/notesSlides/notesSlide3.xml" Id="Rb7c7fcb5d2db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f3772ca894aa8" /><Relationship Type="http://schemas.openxmlformats.org/officeDocument/2006/relationships/notesSlide" Target="/ppt/notesSlides/notesSlide4.xml" Id="R51e74bf78614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ae086a3fa4a6e" /><Relationship Type="http://schemas.openxmlformats.org/officeDocument/2006/relationships/notesSlide" Target="/ppt/notesSlides/notesSlide5.xml" Id="R4b7805720caa4b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3ddc0b03a4eec" /><Relationship Type="http://schemas.openxmlformats.org/officeDocument/2006/relationships/notesSlide" Target="/ppt/notesSlides/notesSlide6.xml" Id="R781117d3908c48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11c362b0b4be6" /><Relationship Type="http://schemas.openxmlformats.org/officeDocument/2006/relationships/notesSlide" Target="/ppt/notesSlides/notesSlide7.xml" Id="Rcffa4bdacd0e4a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5a3206b2d4b75" /><Relationship Type="http://schemas.openxmlformats.org/officeDocument/2006/relationships/notesSlide" Target="/ppt/notesSlides/notesSlide8.xml" Id="Rb8b223c864114b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1C654-1913-49E6-890E-2E80EABD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8BD1E-D1AC-435E-B897-03D90D6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ERP INTERNAL 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F2D00-605F-451A-82CD-EFCF6304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IOMS Internal Ops</a:t>
            </a:r>
          </a:p>
          <a:p xmlns:a="http://schemas.openxmlformats.org/drawingml/2006/main">
            <a:r>
              <a:t>Enterprise Resource Planning Web untuk Operasi ISP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45BAC-504B-4A34-B9EC-B53E192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Platform terintegrasi untuk helpdesk, NOC, teknisi lapangan, finance, gudang, manajemen, dan system administration dalam satu alur kerja yang siap diproduksi.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6E77E-ED3D-440B-8A64-57C12EF4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EE576-2660-450D-A69D-E45C6B2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PILAR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FB77B-362F-4C70-B468-003D493F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92DB6-6B5C-4B7C-AFCF-B9C6165B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Role-based workspace untuk setiap divisi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2472C-3EE9-4C10-B6A7-DD965A5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96A33-4FE4-4519-88E1-74CD625C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operasional inti: registrasi, tiket, WO, procurement, billing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5BD77-E0E8-46B5-AC94-4C161D6D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12E18-448F-4DC8-9A4D-7844236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Laravel 11 + PostgreSQL + Sanctum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A6B13-4E53-4B21-B682-DA7DF1C2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6048B-9E30-4B7E-9B6C-E4491F3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log, session control, dan fondasi readiness produksi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5364F-BA35-46C4-BDEF-D60BB662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18D38-9136-4769-8AA9-5E70DD4F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Arsitektur deploy 1 VPS: Nginx, PHP-FPM, Supervisor, 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E9870-CEDC-46AA-A7A3-4CBA394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D1FAE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16078-C131-49C2-ABDD-32E50B53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89493-C067-416E-B011-D9983F3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operasional inti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63198-D919-45F0-AF74-B920ADA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D3A70-251E-41D7-8261-90BBF42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1A22C-0574-4830-B8F4-FB5D77D3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 &amp; workflow fase awal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B0432-B206-449B-865D-39F3B26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A30E2-37F5-45E8-966D-1D63FB9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VPS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5BAD1-653F-4E62-98C7-6D25D46B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deployment internal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E3097-44EB-4323-8371-FEC5F57A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IOMS Internal Ops | Project overview | 14 Aug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7E235-4D93-46EB-84A8-A977E17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58599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9411D-4777-4B93-BBAF-EA574A6E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85504-51FF-420A-81F8-5C73E3FB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2EF57-8577-447D-9788-D7A9F956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A05D0-D453-4F3F-83A9-BAB473F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Operasi hari ini masih manual, terputus antar divisi, dan terlalu bergantung pada koordinasi personal.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1F30F-3EC4-47D2-A214-7D71A1A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Dari transkrip stakeholder, bottleneck utama muncul pada entry data pelanggan, aktivasi teknis, pengadaan, dan pelaporan ke manajemen.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EBF30-527A-4E8F-9645-91327E77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46EC1-FAFF-467A-B989-B185BB97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Entry pelanggan masih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C4D22-2DD3-4B45-B5D5-4C50D44D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Teknisi mengirim foto KTP ke admin data, lalu admin melakukan input PPPoE dan customer secara terpisah.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E018D-9A54-4202-9E60-44FCC102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67F13-5DA7-4E11-898E-D9F3BF5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Aktivasi belum ideal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7971A-1624-44A0-B883-EAD5218F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ke depan: teknisi fokus instalasi fisik, sedangkan aktivasi layanan dan monitoring dilakukan NOC.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0AC71-AE2D-449A-A598-6721941C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C8A32-1D2D-4E03-B3D7-508AD555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Gudang dan procurement belum tertata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4256E-463C-45DE-8613-305308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Request barang, approval finance, dan eskalasi ke atasan masih bergantung pada alur informal.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44039-27C9-4750-9E13-DC786D3C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3759F-22FE-4B79-BD3A-20FA6C0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Manajemen belum punya dashboard khusus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EF1BF-97AE-40DC-8D5B-D1564956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Stakeholder menginginkan tampilan analitik dan laporan terpisah dari dashboard operasional.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E434D-BCD1-44F1-AA62-AC27220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stakeholder transcript | Current-state pain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6083C-CF76-4C14-B375-5F894D17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52057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7AFE5-DAFB-4C7F-BBE0-462D96C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C69E-DC7C-4D20-A5BA-04633B0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1F14D-85DE-4EFF-ACD6-83C648B1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F4075-46CF-4FC4-882B-FD8289DD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Setiap role mendapatkan workspace berbeda agar fokus kerja, hak akses, dan tampilan tidak lagi tercampur.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0F48-B0C0-4AE3-9530-9DD86ACB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A8A50-EF94-431A-8418-015D0A39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9CFC2-D9F5-4CF2-A13F-B437C5B8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Mengatur master data, akun login, mapping aplikasi, audit log, dan session user.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B5744-2B27-4F51-A561-A610085D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464D9-DC1C-4396-AABE-8DEB820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EC800-07A0-486F-B738-A54A40F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Melihat dashboard analitik, laporan operasional, dan approval manajemen.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55C8C-C37D-4F6B-99A7-25F80EEF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141A4-A05C-4E89-8549-ABF12D0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Helpdesk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B83FE-4477-48DC-A954-1A6CBE37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Menerima aduan, membuat tiket, dan memulai alur troubleshooting pelanggan.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7AAC-18DA-4344-8027-0A5CCEB9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264B3-8F2C-4E3F-BF89-6EF8769A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ABA13-35F2-49A9-825B-3CA2E0C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Verifikasi teknis, aktivasi, monitoring jaringan, dan final closing tiket.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49465-491D-46E4-853F-FA0B08F8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3C21E-07B5-4451-A106-2BE8129E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Tech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50B23-2425-4E64-AC9D-907954C0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work order, kontrol teknisi lapangan, dan approve SOP pekerjaan.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5642A-21D8-4394-8B13-92A15DCB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3EC56-50BC-4103-94C9-1D783D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 Tech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C1438-7F9F-438C-861D-D3A68CCA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Mengerjakan instalasi/maintenance di lapangan dan mengirim laporan bukti kerja.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8CB12-8B72-4691-8A2C-35A67D7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C5BEE-3CE8-4E0D-93AF-C8677FE2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36A871-718F-47D3-B082-95EE3B26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Mengelola billing pelanggan, status pembayaran, dan approval procurement.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D218A-F1C3-4AC6-A368-767436FE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34052-4275-4B56-BB55-463B0681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Inventory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B0C43-81E8-462D-A1DD-01EEEE3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Mengelola stok, aset, serial number, barang masuk/keluar, dan request gudang.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C7765-9B72-405C-86BE-209DAB34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Implikasi utama: role-switch demo dihapus dari mode produksi dan setiap user masuk langsung ke workspace sesuai tugasnya.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A2986-35C7-4891-8E5A-DA10B80F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map derived from business interview and implemented frontend RBAC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D6CE94-D783-4CD7-96B0-8352495A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49532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F911A-0740-4B32-9B1D-DB075CF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C8435-CCE5-4626-93BE-3841F21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712C5-C90E-4098-B166-BDE6E4D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4BE2B-8727-4979-9DD6-5408E0A3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Arsitektur memisahkan pengalaman pengguna, workflow API, penyimpanan data, dan deployment produksi.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6C8BA-9F5A-4EF0-B8B3-39BFD493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7ED3-B0BF-428B-919B-35587959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F2C24-4717-4B42-8D01-5DE53B84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0931B-3A53-4DBA-AADC-C7AD22B3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20553-E702-4540-8963-43AA484A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45E71-557D-4AF7-BE9A-641005C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React +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5BA7B-43EA-4E11-937C-E206A43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Login produksi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9F358-D61F-43C4-AD2F-DF7DE020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Role-based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36A74-E058-4150-BFEE-95DC6C65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Fetch API ke Laravel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58575-802E-4919-8B81-43318FF7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008BD-878E-4369-8AE3-8E5C4C83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Laravel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030EC-4BFC-4851-9C66-1124DDB2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Sanctum bearer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D5036-6041-4659-A5E6-6BF9044E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FormRequest + service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E99E7-C449-441C-A9BA-9C0DFEB7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Audit &amp; workflow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F5178-5DF3-4DD2-AF95-C92C724C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7CDF3-8FE4-4163-B8DC-C24A9FD6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4ED80-ACED-48C1-8055-5FD41899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Customer, ticket, WO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87647-DD84-48E6-98B0-C35833DF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Inventory, procurement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59BE0-1A4A-476C-9C37-96D106A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Master data &amp; audit 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47D4B-6ED2-4EF4-88CE-2A522C4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Stack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F17DE-AEA3-41BB-89F2-53B8347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Nginx + React static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6DB2D-6509-42F7-A4B8-584430B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PHP-FPM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F3429-BEFC-4861-83ED-39CD6B4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Supervisor queue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A19AF8-CC65-420F-AF6E-08022CB8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Let's Encrypt + HTTPS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6CBD7-3EBA-4089-951B-8C99F06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2DCA1-598C-4E2B-AF1C-D21E722E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EB3290-04C8-4F60-BD16-144E0BC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9EDC5-C696-4053-B445-E897E33E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EA9DB-990F-4B02-9CF6-E15D9C84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5FEB4-0E24-43AE-9F18-3134A1F7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C665E-EB76-4B79-9978-D4FA963B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A8F307-926F-4D48-B69C-47D58F4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Kelebihan arsitektur ini untuk internal launch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5E705D-F728-447B-A369-A7E26702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dan backend berkembang terpisah, auth dan RBAC berada di server, data tidak lagi bertumpu pada localStorage, dan deployment 1 VPS tetap realistis untuk fase pertama.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1E7AE1-5F8C-41B5-BA08-3AEC5C7C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frontend/backend README | Production architecture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72EEA-A28D-4F96-B151-48A69A2D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7170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0AEA7B-1F77-414E-9AE7-B18DCBB7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BA2B2-C09C-46A7-A0DE-8EFF0BD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6C928-BE20-43BF-86F7-A6A932FA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F7952-7BD9-4EA0-8D81-CD83E8B2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Empat workflow inti dirancang untuk menghilangkan bottleneck manual yang paling berpengaruh ke operasi.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F8553-44D3-4F81-934B-701B556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F3E96-60D9-4367-A4BC-2AE60407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Registrasi Pelanggan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AA94F-5896-44FB-85FC-D6BA1C2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Data / NOC / Teknisi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675F4-3DD6-401B-9317-4B24858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 identitas + paket + ODP → generate PPPoE internal → reserve port → terbit WO instalasi.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F9E4C-23C2-4DA4-BB75-F4E9B284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8FDA1-CB1A-4DAD-8A9E-518D370B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Ticketing Gangguan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4C07F-E10B-4AB9-B688-C3F8864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Helpdesk / NOC / Lead Tech / Teknisi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29C5A-723A-4727-86B4-1E045107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Helpdesk buat tiket → NOC review → remote resolve atau escalate ke WO lapangan → NOC close.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DFDFB-D131-46D3-9945-A48BD2D1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886DD-278F-4322-88AF-A669B5A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Pengadaan Gudang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53AF6-CA5B-48D2-A0B8-921D032B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Inventory / Finance /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83004-90CC-4E8C-9B3A-D8001D40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Gudang ajukan kebutuhan → finance review → nominal besar naik ke management → barang diterima ke stok.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72114-4463-4A0D-A84A-CCDFB166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47793-EFD0-4C71-90E0-6690BEC2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Uninstal Pelanggan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18ED7-CB52-47CF-9B7D-FA06CBDF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/ Lead Tech / Inventory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39226-E9FD-4DAE-ADE5-F7EB1C5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pelanggan berubah ke uninstal_pending → WO cabut otomatis → perangkat kembali ke gudang.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AF3EC-21A1-4518-BC65-29EB427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Phase-1 workflows | Registration, ticketing, procurement, uninstallation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460C0-0596-4DD3-A8FE-7E60654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38136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DEC43-FDBB-418C-85E9-FBFB2A6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3B708-5633-4855-B7DF-C35B1D9A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D5D89-847B-488A-9DC1-F649FD8C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5314E-40D1-4A7C-AABE-2BA4F89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Kesiapan produksi tidak hanya soal fitur, tetapi auth nyata, kontrol akses, observability, dan alur deploy yang bisa diulang.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F1953-BAC0-412C-9F3D-7D7AC605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6C8B2-D964-45E5-A8FF-84AD0F4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 &amp;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3FC10-264E-43BC-A351-41BA289C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Login email + password, logout, /auth/me, change/reset password, token invalid redirect.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82FC6-30DB-41F2-BB3E-74BBB524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0B2A3-411A-4B2D-839E-934BA4C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RBAC &amp; Route Guard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BC9B6-C08F-4E08-B3B1-4CA16AC8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Role-based shell, dashboard default per role, endpoint sensitif dijaga backend, role switch demo dihapus dari produksi.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3C7E0-3FFF-4515-917B-68600F65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58D14-B026-4620-967E-FDB3C38E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&amp;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19846-22BF-48FB-B324-4285A33C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login, status pelanggan, approval procurement, close ticket, dan session user online.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82372-EAAF-43C4-8BB2-F80155C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B8DF4-B8CA-4736-85AA-83B17D7A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 VPS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02AAD-46E3-4C95-B0C2-055B9C60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Nginx, PHP-FPM, Supervisor worker, PostgreSQL, SSL, deploy script, backup dan rollback dasar.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99D2E-5B36-4749-AE41-6F87C588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readiness | Auth, RBAC, audit, 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64C3E-D34D-4AFA-8603-C24ED83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68012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34839-FC35-494D-BB0F-E109F771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D105A-CFEC-419A-871A-547C041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1FABD-1A4E-40AD-9454-FDEBF94B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04432-87C8-4DA9-B027-2E09690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Fase pertama sudah menutup fondasi sistem admin, modul operasional utama, dan UX role-based untuk internal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23686-77C2-45B0-B815-C0113FC0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5B9F9-07B6-4648-AC13-6F87ECB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5DEAF-366E-44DF-86FD-A9D84CF4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BC9A1-737E-413B-BE55-5EEF1147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siap integrasi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B3C39-A30A-4301-ADAD-4A11BD9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Login produksi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01F51-6195-46FE-9084-908A0E8C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Role-based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5D112-637F-4050-8A34-C18C773D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Workspace superadmin khusus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9313B-856B-417B-A4D1-E2129626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Portal teknisi responsif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0912B-EB9C-45AA-9985-9C7A13F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API client menggantikan localStorage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C1682-1659-4433-BDD4-61EE2F92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operasional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17C79-C2C0-4396-B36C-0478355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Laravel 11 + 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F6DAC-0EAC-490F-A83C-1D0E5E2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Sanctum auth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A0372-A93A-41A1-B466-06B1C487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Workflow actions ticket/WO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B7D02-60AA-4230-A61D-BE4D1305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Admin endpoints untuk superadmin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E64BF-FC10-4250-8A32-1AAF5A7F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Audit dan status akun aktif/nonaktif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D1FF0-9380-43E2-BFEE-A4D7628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internal 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8AADA-F5A2-448F-8701-E251451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Target: 1 VPS Linux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B694E-0012-4EE5-B759-0F22090E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HTTPS + queue worker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3C136-6773-4E9C-85F0-00F4FFB8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RBAC dasar sudah dibentuk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2EE57-2B5D-4409-8B67-9CB998EF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Demo flow dibersihkan dari produksi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BC75A-8F57-418A-8EF5-E346DA14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Roadmap ke integrasi perangkat nyata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5A528-3569-4BE5-90CA-1104A80B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state | Implemented foundation for internal 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7FA12-5C61-41A0-B461-DF24486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91318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47B74-DFEF-45C4-9BFB-A856928D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0D767-8CC0-466A-927C-D850F922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01761-C35B-4611-86E6-E89C9180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F32D8-2488-4003-A743-056F48B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 internal admin ops bisa dimulai sekarang, lalu dinaikkan bertahap menuju otomasi jaringan yang lebih penuh.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AC164-880C-438E-936E-16BF4F11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Fase awal berfokus pada penggunaan internal yang stabil. Fase berikutnya menambah integrasi perangkat nyata, kontrol operasional lebih dalam, dan otomasi lapangan.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B6792-5619-4F84-BBE1-DD79297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D1FAE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42D4C-77E8-41F4-A2F2-56777BE5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D34ED-EB79-4ACA-A04F-6FC00CA3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Admin 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B58CD-4EC2-4303-9103-05C4EB30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Go-live untuk login produksi, dashboard per role, ticketing, WO, inventory, procurement, finance, dan admin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45072-0461-4265-8569-B94A63E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9BE86-7B24-4072-812C-6C2D1D1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96E50-4E36-45D0-8A64-D3B9F99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Hardening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D734-FA28-4D35-A5DE-91886A7F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Penajaman SLA, QA operasional, reporting yang lebih kaya, dan kontrol approval lintas divisi.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5A73-A1EB-4AD0-90D9-274E78E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5C0A7-AD3B-4AE1-95B7-A5CACDB3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1976A-AE18-43B3-89C8-46E5C4AE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Network Automation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9AA60-DD8B-4B4C-8352-9F797840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Integrasi Mikrotik/OLT, aktivasi yang lebih otomatis, dan monitoring teknis end-to-end.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4A180-5B30-4750-98DD-BEF8D01A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Nilai bisnis utama: proses lebih tertib, jejak kerja tercatat, hak akses terkontrol, dan manajemen memperoleh visibilitas tanpa masuk ke detail operasional harian.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4A172-2D45-46F9-B1EB-A8D0BE4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launch | Internal ops to network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1397C-F9F5-4EC0-977F-47C1582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2720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2026-08-14T08:59:07.7410000Z</dcterms:created>
  <dcterms:modified xsi:type="dcterms:W3CDTF">2026-08-14T08:59:07.7410000Z</dcterms:modified>
</coreProperties>
</file>